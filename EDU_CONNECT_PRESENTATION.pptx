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Édu-Connect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Plateforme Éducative Nationale</a:t>
            </a:r>
          </a:p>
          <a:p>
            <a:r>
              <a:t>République Démocratique du Congo</a:t>
            </a:r>
          </a:p>
          <a:p/>
          <a:p>
            <a:r>
              <a:t>Ministère de l'Éducation nationale et de la Nouvelle Citoyenneté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&amp;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Vision : Digitaliser l'éducation en RDC</a:t>
            </a:r>
          </a:p>
          <a:p>
            <a:r>
              <a:t>Mission : Centraliser, Digitaliser, Optimiser</a:t>
            </a:r>
          </a:p>
          <a:p>
            <a:r>
              <a:t>Objectif : Conformité internationale (SIGE)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Chiffres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300 Établissements</a:t>
            </a:r>
          </a:p>
          <a:p>
            <a:r>
              <a:t>10 Enseignants</a:t>
            </a:r>
          </a:p>
          <a:p>
            <a:r>
              <a:t>20 Élèves</a:t>
            </a:r>
          </a:p>
          <a:p>
            <a:r>
              <a:t>600 Classes</a:t>
            </a:r>
          </a:p>
          <a:p>
            <a:r>
              <a:t>26 Provinces Administratives</a:t>
            </a:r>
          </a:p>
          <a:p>
            <a:r>
              <a:t>16 Profils Utilisateurs</a:t>
            </a:r>
          </a:p>
          <a:p>
            <a:r>
              <a:t>90-95% de Complétion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Modules Fonctionnels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Gestion Administrative</a:t>
            </a:r>
          </a:p>
          <a:p>
            <a:r>
              <a:t>Gestion Pédagogique</a:t>
            </a:r>
          </a:p>
          <a:p>
            <a:r>
              <a:t>Gestion Enseignants</a:t>
            </a:r>
          </a:p>
          <a:p>
            <a:r>
              <a:t>SIRH/DINACOPE</a:t>
            </a:r>
          </a:p>
          <a:p>
            <a:r>
              <a:t>GED (Documents)</a:t>
            </a:r>
          </a:p>
          <a:p>
            <a:r>
              <a:t>Statistiques &amp; Rapports</a:t>
            </a:r>
          </a:p>
          <a:p>
            <a:r>
              <a:t>APIs Externes (Modules 3 &amp; 4)</a:t>
            </a:r>
          </a:p>
          <a:p>
            <a:r>
              <a:t>Carte Scolaire Numérique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Conformité SIGE : 90-95%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SIGE Unique : 100%</a:t>
            </a:r>
          </a:p>
          <a:p>
            <a:r>
              <a:t>SIGE Décentralisé : 100%</a:t>
            </a:r>
          </a:p>
          <a:p>
            <a:r>
              <a:t>SIGE Basé TIC : 100%</a:t>
            </a:r>
          </a:p>
          <a:p>
            <a:r>
              <a:t>SIGE Pérenne : 75%</a:t>
            </a:r>
          </a:p>
          <a:p/>
          <a:p>
            <a:r>
              <a:t>SCORE GLOBAL : 90-95%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Modules à Développer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P0 - Module Budgétaire (3-4 sem, $3-4K)</a:t>
            </a:r>
          </a:p>
          <a:p>
            <a:r>
              <a:t>P0 - Plan d'Opérations (2-3 sem, $2-3K)</a:t>
            </a:r>
          </a:p>
          <a:p>
            <a:r>
              <a:t>P0 - Observations Leçons (2-3 sem, $2-3K)</a:t>
            </a:r>
          </a:p>
          <a:p>
            <a:r>
              <a:t>P1 - Exports Avancés (2 sem, $1.5-2K)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Année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Hébergement Cloud : $600</a:t>
            </a:r>
          </a:p>
          <a:p>
            <a:r>
              <a:t>Module Budgétaire : $3,000-4,000</a:t>
            </a:r>
          </a:p>
          <a:p>
            <a:r>
              <a:t>Plan d'Opérations : $2,000-3,000</a:t>
            </a:r>
          </a:p>
          <a:p>
            <a:r>
              <a:t>Observations Leçons : $2,000-3,000</a:t>
            </a:r>
          </a:p>
          <a:p>
            <a:r>
              <a:t>Exports Avancés : $1,500-2,000</a:t>
            </a:r>
          </a:p>
          <a:p>
            <a:r>
              <a:t>Carte GPS : $500-1,000</a:t>
            </a:r>
          </a:p>
          <a:p/>
          <a:p>
            <a:r>
              <a:t>TOTAL : $9,900-13,600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de Déploiement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 : Déploiement (Sem. 1-2)</a:t>
            </a:r>
          </a:p>
          <a:p>
            <a:r>
              <a:t>Phase 2 : Modules Critiques (Mois 1-3)</a:t>
            </a:r>
          </a:p>
          <a:p>
            <a:r>
              <a:t>Phase 3 : Formation Nationale (Mois 3-6)</a:t>
            </a:r>
          </a:p>
          <a:p>
            <a:r>
              <a:t>Phase 4 : Amélioration Continue (Mois 6-12)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Recommandation Stratégique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Déploiement Immédiat</a:t>
            </a:r>
          </a:p>
          <a:p>
            <a:r>
              <a:t>+ Développement Modules Critiques</a:t>
            </a:r>
          </a:p>
          <a:p/>
          <a:p>
            <a:r>
              <a:t>Justification :</a:t>
            </a:r>
          </a:p>
          <a:p>
            <a:r>
              <a:t>- Système mature (90-95%)</a:t>
            </a:r>
          </a:p>
          <a:p>
            <a:r>
              <a:t>- Conforme SIGE (90-95%)</a:t>
            </a:r>
          </a:p>
          <a:p>
            <a:r>
              <a:t>- Technologie pérenne (10+ ans)</a:t>
            </a:r>
          </a:p>
          <a:p>
            <a:r>
              <a:t>- Investissement raisonnable (~$10-14K)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Édu-Connect est PRÊTE</a:t>
            </a:r>
          </a:p>
          <a:p/>
          <a:p>
            <a:r>
              <a:t>20 modules opérationnels</a:t>
            </a:r>
          </a:p>
          <a:p>
            <a:r>
              <a:t>90-95% conforme SIGE</a:t>
            </a:r>
          </a:p>
          <a:p>
            <a:r>
              <a:t>Technologie moderne et pérenne</a:t>
            </a:r>
          </a:p>
          <a:p>
            <a:r>
              <a:t>100% adapté à la RDC</a:t>
            </a:r>
          </a:p>
          <a:p/>
          <a:p>
            <a:r>
              <a:t>Pour une Éducation Digitale</a:t>
            </a:r>
          </a:p>
          <a:p>
            <a:r>
              <a:t>et Performante en RDC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